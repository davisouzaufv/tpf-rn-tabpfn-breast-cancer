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23E4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023E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Aprimoramento de um Transformer para Dados Tabulares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 aplicado ao Breast Cancer Wisconsin Dataset — reprodução (TPF-01) e modificações propostas (TPF-02)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C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de Souza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C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 — UFV Campus Florestal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TabPFN?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Hollmann et al. — TabPFN: A Transformer That Solves Small Tabular Classification Problems in a Second (ICLR 2023)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EEF7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4880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pré-treinado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classificação tabular por in-context learning, sem treinamento específico por dataset.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EEF7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242" y="2488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Prior-Data Fitted Network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Aprendeu, offline, a aproximar inferência Bayesiana sobre milhões de datasets sintéticos.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EEF7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282" y="2488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sem tuning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previsões em segundos, sem necessidade de ajuste de hiperparâmetros por problema.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TPF-01, reproduzimos o desempenho do TabPFN em um problema real de classificação binária.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TPF-01 — Metodologia da Reprodução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74760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819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343400" y="158191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Wisconsin (Scikit-Learn) — 569 amostras, 30 atributos numéricos, classificação binária (benigno/maligno)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79916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334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treino/teste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43400" y="26334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treino / 20% teste, random_state = 42, para garantir reprodutibilidade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85072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85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343400" y="368503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TabPFNClassifier — pesos pré-treinados carregados diretamente, sem fine-tuning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90228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7365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43400" y="473659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(GPU), Python 3, Scikit-Learn, Pandas e TabPFN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TPF-01 — Resultados Obtidos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023E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98,25%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0" y="18288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023E44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2628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(ROC)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023E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 / 114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Acertos no teste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confusão: 0 falsos negativos — alta sensibilidade na detecção de tumores malignos, apenas 2 erros em 114 amostras de teste.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TPF-01: resultados consistentes com o artigo original — Transformers pré-treinados alcançam excelente desempenho em dados tabulares pequenos, sem treinamento específico.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TPF-02 — Objetivo desta Fase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TabPFN é um modelo de fundação pré-treinado — não é treinado do zero. As modificações propostas atuam sobre o pipeline de dados e o protocolo de avaliação, mantendo a arquitetura Transformer.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74920" cy="3108960"/>
          </a:xfrm>
          <a:prstGeom prst="roundRect">
            <a:avLst>
              <a:gd name="adj" fmla="val 4118"/>
            </a:avLst>
          </a:prstGeom>
          <a:solidFill>
            <a:srgbClr val="EEF7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17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8895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94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complexidade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Diminuir o número de atributos de entrada via PCA, mantendo 95% da variância dos dados.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074920" cy="3108960"/>
          </a:xfrm>
          <a:prstGeom prst="roundRect">
            <a:avLst>
              <a:gd name="adj" fmla="val 4118"/>
            </a:avLst>
          </a:prstGeom>
          <a:solidFill>
            <a:srgbClr val="EEF7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6517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8895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794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generalização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43891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um único split de teste por validação cruzada estratificada de 10 folds.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Modificação 1 — Redução de Dimensionalidade (PCA)</a:t>
            </a:r>
            <a:endParaRPr lang="en-US" sz="2500" dirty="0"/>
          </a:p>
        </p:txBody>
      </p:sp>
      <p:pic>
        <p:nvPicPr>
          <p:cNvPr id="3" name="Image 0" descr="images/pca_varianc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234440"/>
            <a:ext cx="548640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padronizados e projetados via PCA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Retidos os componentes que somam 95% da variância total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atributos → 10 atributos (redução de 66,7%)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atributos do dataset são correlacionados (raio, perímetro e área do mesmo núcleo); menos atributos → menor custo de atenção por forward pass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12648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Figura: variância explicada acumulada — 10 componentes atingem o limiar de 95%.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Modificação 2 — Validação Cruzada Estratificada (10-Fold)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 a avaliação?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TPF-01 avaliou o modelo em um único split de teste (80/20)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split pode ser “sortudo” ou “azarado” e distorcer a métrica reportada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estratificado preserva a proporção de classes em cada fold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ajustado apenas no treino de cada fold — evita vazamento de dados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reportadas como média ± desvio padrão sobre os 10 folds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Ilustração: cada fold vira teste uma vez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96328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3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08976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0897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21624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34272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7614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96328" y="27614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08976" y="27614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8976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21624" y="27614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1624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34272" y="27614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429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  </a:t>
            </a:r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(rotaciona a cada fold)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114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7650" y="4328770"/>
            <a:ext cx="395021" cy="39502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35240" y="4114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uma estimativa muito mais confiável de como o modelo generaliza para novos dados.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Experimental — TPF-02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configurações comparadas, todas sobre o mesmo dataset (Breast Cancer Wisconsin, random_state = 42):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7863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TPF-01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único (80/20)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TPF-02 — sem PCA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10-fold estratificado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TPF-02 — com PCA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(95% var.)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10-fold estratificado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235440" y="21031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340864"/>
            <a:ext cx="438912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32004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acurácia, AUC, F1-score e tempo médio de fit+predict por execução (proxy de custo computacional).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Comparativos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TPF-01 (split único, 30 attrs)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TPF-02 (10-fold, 30 attrs)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0,9807 ± 0,0123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0,9971 ± 0,0054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0,9847 ± 0,0098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8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TPF-02 (10-fold, PCA 10 attrs)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0,9701 ± 0,0208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0,9956 ± 0,0055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0,9762 ± 0,0171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images/tpf02_compar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3429000"/>
            <a:ext cx="1051560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entre Folds — Generalização</a:t>
            </a:r>
            <a:endParaRPr lang="en-US" sz="2700" dirty="0"/>
          </a:p>
        </p:txBody>
      </p:sp>
      <p:pic>
        <p:nvPicPr>
          <p:cNvPr id="3" name="Image 0" descr="images/tpf02_estabilidade_fol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188720"/>
            <a:ext cx="731520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3611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atributos: acurácia média 0,9807, desvio 0,0123 — muito próxima do TPF-01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o resultado do split único não foi “sorte”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PCA (10 attrs): maior variabilidade (desvio 0,0208), chegando a 0,93 no fold 8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atributos deixa o modelo mais sensível à partição dos dados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— Trade-offs Observados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9F7F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47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reduziu atributos em 66,7% (30 → 10)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praticamente inalterada (0,9971 → 0,9956)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validou que o baseline do TPF-01 é confiável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avaliação muito mais robusto e informativo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BEDE7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rgbClr val="E167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495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47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caiu ~1 p.p. com PCA (0,9807 → 0,9701)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tempo computacional foi pequeno (~8%)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TabPFN parece dominado pelo nº de amostras, não de atributos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8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variância entre folds com menos atributos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23E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Trabalhos Futuros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461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1848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 é robusto: manteve desempenho de estado da arte mesmo com menos atributos e avaliação mais rigorosa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285201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62432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principal: reduzir complexidade de entrada não garante ganho computacional proporcional em modelos baseados em atenção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38578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363016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revelou variabilidade real do modelo que um único split não capturava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8636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91640" y="463600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fine-tuning por gradiente do TabPFN v2; seleção de atributos supervisionada; análise do efeito do nº de amostras no custo computacional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2296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TabPFN: Reprodução e Aprimoramento</dc:title>
  <dc:subject>PptxGenJS Presentation</dc:subject>
  <dc:creator>Davi de Souza</dc:creator>
  <cp:lastModifiedBy>Davi de Souza</cp:lastModifiedBy>
  <cp:revision>1</cp:revision>
  <dcterms:created xsi:type="dcterms:W3CDTF">2026-07-01T03:44:40Z</dcterms:created>
  <dcterms:modified xsi:type="dcterms:W3CDTF">2026-07-01T03:44:40Z</dcterms:modified>
</cp:coreProperties>
</file>